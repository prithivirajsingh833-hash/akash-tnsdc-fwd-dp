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31068" y="14350"/>
            <a:ext cx="4737100" cy="6844030"/>
          </a:xfrm>
          <a:custGeom>
            <a:avLst/>
            <a:gdLst/>
            <a:ahLst/>
            <a:cxnLst/>
            <a:rect l="l" t="t" r="r" b="b"/>
            <a:pathLst>
              <a:path w="4737100" h="6844030">
                <a:moveTo>
                  <a:pt x="1917783" y="0"/>
                </a:moveTo>
                <a:lnTo>
                  <a:pt x="3135994" y="6843649"/>
                </a:lnTo>
              </a:path>
              <a:path w="4737100" h="6844030">
                <a:moveTo>
                  <a:pt x="4736929" y="3686175"/>
                </a:moveTo>
                <a:lnTo>
                  <a:pt x="0" y="6843649"/>
                </a:lnTo>
              </a:path>
            </a:pathLst>
          </a:custGeom>
          <a:ln w="9525">
            <a:solidFill>
              <a:srgbClr val="5F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53525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773" y="0"/>
                </a:moveTo>
                <a:lnTo>
                  <a:pt x="2044319" y="0"/>
                </a:lnTo>
                <a:lnTo>
                  <a:pt x="0" y="6857682"/>
                </a:lnTo>
                <a:lnTo>
                  <a:pt x="3009773" y="6857682"/>
                </a:lnTo>
                <a:lnTo>
                  <a:pt x="3009773" y="0"/>
                </a:lnTo>
                <a:close/>
              </a:path>
            </a:pathLst>
          </a:custGeom>
          <a:solidFill>
            <a:srgbClr val="5FC9ED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572625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2590292" y="0"/>
                </a:moveTo>
                <a:lnTo>
                  <a:pt x="0" y="0"/>
                </a:lnTo>
                <a:lnTo>
                  <a:pt x="1209421" y="6857682"/>
                </a:lnTo>
                <a:lnTo>
                  <a:pt x="2590292" y="6857682"/>
                </a:lnTo>
                <a:lnTo>
                  <a:pt x="2590292" y="0"/>
                </a:lnTo>
                <a:close/>
              </a:path>
            </a:pathLst>
          </a:custGeom>
          <a:solidFill>
            <a:srgbClr val="5FC9ED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05875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05925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2857246" y="0"/>
                </a:moveTo>
                <a:lnTo>
                  <a:pt x="0" y="0"/>
                </a:lnTo>
                <a:lnTo>
                  <a:pt x="2472690" y="6857682"/>
                </a:lnTo>
                <a:lnTo>
                  <a:pt x="2857246" y="6857682"/>
                </a:lnTo>
                <a:lnTo>
                  <a:pt x="2857246" y="0"/>
                </a:lnTo>
                <a:close/>
              </a:path>
            </a:pathLst>
          </a:custGeom>
          <a:solidFill>
            <a:srgbClr val="17AEE2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68025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400" y="0"/>
                </a:moveTo>
                <a:lnTo>
                  <a:pt x="1022350" y="0"/>
                </a:lnTo>
                <a:lnTo>
                  <a:pt x="0" y="6857682"/>
                </a:lnTo>
                <a:lnTo>
                  <a:pt x="1295400" y="6857682"/>
                </a:lnTo>
                <a:lnTo>
                  <a:pt x="1295400" y="0"/>
                </a:lnTo>
                <a:close/>
              </a:path>
            </a:pathLst>
          </a:custGeom>
          <a:solidFill>
            <a:srgbClr val="2C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06125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1257046" y="0"/>
                </a:moveTo>
                <a:lnTo>
                  <a:pt x="0" y="0"/>
                </a:lnTo>
                <a:lnTo>
                  <a:pt x="1115568" y="6857682"/>
                </a:lnTo>
                <a:lnTo>
                  <a:pt x="1257046" y="6857682"/>
                </a:lnTo>
                <a:lnTo>
                  <a:pt x="1257046" y="0"/>
                </a:lnTo>
                <a:close/>
              </a:path>
            </a:pathLst>
          </a:custGeom>
          <a:solidFill>
            <a:srgbClr val="2160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44150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9ED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59643" y="14350"/>
            <a:ext cx="4732655" cy="6844030"/>
          </a:xfrm>
          <a:custGeom>
            <a:avLst/>
            <a:gdLst/>
            <a:ahLst/>
            <a:cxnLst/>
            <a:rect l="l" t="t" r="r" b="b"/>
            <a:pathLst>
              <a:path w="4732655" h="6844030">
                <a:moveTo>
                  <a:pt x="1927308" y="0"/>
                </a:moveTo>
                <a:lnTo>
                  <a:pt x="3135999" y="6843649"/>
                </a:lnTo>
              </a:path>
              <a:path w="4732655" h="6844030">
                <a:moveTo>
                  <a:pt x="4732357" y="3689222"/>
                </a:moveTo>
                <a:lnTo>
                  <a:pt x="0" y="6843649"/>
                </a:lnTo>
              </a:path>
            </a:pathLst>
          </a:custGeom>
          <a:ln w="9525">
            <a:solidFill>
              <a:srgbClr val="5F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773" y="0"/>
                </a:moveTo>
                <a:lnTo>
                  <a:pt x="2044319" y="0"/>
                </a:lnTo>
                <a:lnTo>
                  <a:pt x="0" y="6857682"/>
                </a:lnTo>
                <a:lnTo>
                  <a:pt x="3009773" y="6857682"/>
                </a:lnTo>
                <a:lnTo>
                  <a:pt x="3009773" y="0"/>
                </a:lnTo>
                <a:close/>
              </a:path>
            </a:pathLst>
          </a:custGeom>
          <a:solidFill>
            <a:srgbClr val="5FC9ED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2590292" y="0"/>
                </a:moveTo>
                <a:lnTo>
                  <a:pt x="0" y="0"/>
                </a:lnTo>
                <a:lnTo>
                  <a:pt x="1209421" y="6857682"/>
                </a:lnTo>
                <a:lnTo>
                  <a:pt x="2590292" y="6857682"/>
                </a:lnTo>
                <a:lnTo>
                  <a:pt x="2590292" y="0"/>
                </a:lnTo>
                <a:close/>
              </a:path>
            </a:pathLst>
          </a:custGeom>
          <a:solidFill>
            <a:srgbClr val="5FC9ED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2857246" y="0"/>
                </a:moveTo>
                <a:lnTo>
                  <a:pt x="0" y="0"/>
                </a:lnTo>
                <a:lnTo>
                  <a:pt x="2472690" y="6857682"/>
                </a:lnTo>
                <a:lnTo>
                  <a:pt x="2857246" y="6857682"/>
                </a:lnTo>
                <a:lnTo>
                  <a:pt x="2857246" y="0"/>
                </a:lnTo>
                <a:close/>
              </a:path>
            </a:pathLst>
          </a:custGeom>
          <a:solidFill>
            <a:srgbClr val="17AEE2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400" y="0"/>
                </a:moveTo>
                <a:lnTo>
                  <a:pt x="1022350" y="0"/>
                </a:lnTo>
                <a:lnTo>
                  <a:pt x="0" y="6857682"/>
                </a:lnTo>
                <a:lnTo>
                  <a:pt x="1295400" y="6857682"/>
                </a:lnTo>
                <a:lnTo>
                  <a:pt x="1295400" y="0"/>
                </a:lnTo>
                <a:close/>
              </a:path>
            </a:pathLst>
          </a:custGeom>
          <a:solidFill>
            <a:srgbClr val="2C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1257046" y="0"/>
                </a:moveTo>
                <a:lnTo>
                  <a:pt x="0" y="0"/>
                </a:lnTo>
                <a:lnTo>
                  <a:pt x="1115568" y="6857682"/>
                </a:lnTo>
                <a:lnTo>
                  <a:pt x="1257046" y="6857682"/>
                </a:lnTo>
                <a:lnTo>
                  <a:pt x="1257046" y="0"/>
                </a:lnTo>
                <a:close/>
              </a:path>
            </a:pathLst>
          </a:custGeom>
          <a:solidFill>
            <a:srgbClr val="2160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EE2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9ED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482" y="282955"/>
            <a:ext cx="9327515" cy="12108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35250" y="3332797"/>
            <a:ext cx="7811770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62055" y="6475579"/>
            <a:ext cx="16446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C92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300" y="990600"/>
            <a:ext cx="1743075" cy="1333500"/>
            <a:chOff x="876300" y="9906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876300" y="12668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287" y="0"/>
                  </a:lnTo>
                  <a:lnTo>
                    <a:pt x="0" y="528701"/>
                  </a:lnTo>
                  <a:lnTo>
                    <a:pt x="264287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9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71675" y="9906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C92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211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211" y="1438275"/>
                </a:lnTo>
                <a:lnTo>
                  <a:pt x="1666875" y="719074"/>
                </a:lnTo>
                <a:lnTo>
                  <a:pt x="1307211" y="0"/>
                </a:lnTo>
                <a:close/>
              </a:path>
            </a:pathLst>
          </a:custGeom>
          <a:solidFill>
            <a:srgbClr val="42D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28590" y="4444"/>
            <a:ext cx="28428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solidFill>
                  <a:srgbClr val="0E0E0E"/>
                </a:solidFill>
                <a:latin typeface="Times New Roman"/>
                <a:cs typeface="Times New Roman"/>
              </a:rPr>
              <a:t>Digital</a:t>
            </a:r>
            <a:r>
              <a:rPr sz="3200" spc="-45" dirty="0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E0E0E"/>
                </a:solidFill>
                <a:latin typeface="Times New Roman"/>
                <a:cs typeface="Times New Roman"/>
              </a:rPr>
              <a:t>Portfolio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0"/>
              </a:spcBef>
            </a:pPr>
            <a:r>
              <a:rPr dirty="0"/>
              <a:t>STUDENT</a:t>
            </a:r>
            <a:r>
              <a:rPr spc="-70" dirty="0"/>
              <a:t> </a:t>
            </a:r>
            <a:r>
              <a:rPr spc="-10" dirty="0"/>
              <a:t>NAME:</a:t>
            </a:r>
            <a:r>
              <a:rPr lang="en-IN" spc="-10" dirty="0" err="1"/>
              <a:t>Akash</a:t>
            </a:r>
            <a:r>
              <a:rPr lang="en-IN" spc="-10" dirty="0"/>
              <a:t> Sanjay Raj</a:t>
            </a:r>
            <a:endParaRPr spc="-10" dirty="0"/>
          </a:p>
          <a:p>
            <a:pPr marL="12700">
              <a:lnSpc>
                <a:spcPts val="2870"/>
              </a:lnSpc>
            </a:pPr>
            <a:r>
              <a:rPr dirty="0"/>
              <a:t>REGISTER</a:t>
            </a:r>
            <a:r>
              <a:rPr spc="-65" dirty="0"/>
              <a:t> </a:t>
            </a:r>
            <a:r>
              <a:rPr dirty="0"/>
              <a:t>NO</a:t>
            </a:r>
            <a:r>
              <a:rPr spc="-5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NMID:241310505001210</a:t>
            </a:r>
            <a:r>
              <a:rPr lang="en-IN" spc="-10" dirty="0"/>
              <a:t>03</a:t>
            </a:r>
            <a:endParaRPr spc="-10" dirty="0"/>
          </a:p>
          <a:p>
            <a:pPr marL="12700">
              <a:lnSpc>
                <a:spcPts val="2870"/>
              </a:lnSpc>
              <a:spcBef>
                <a:spcPts val="50"/>
              </a:spcBef>
            </a:pPr>
            <a:r>
              <a:rPr spc="-35" dirty="0"/>
              <a:t>DEPARTMENT:</a:t>
            </a:r>
            <a:r>
              <a:rPr spc="-30" dirty="0"/>
              <a:t> </a:t>
            </a:r>
            <a:r>
              <a:rPr spc="-25" dirty="0"/>
              <a:t>BCA</a:t>
            </a:r>
          </a:p>
          <a:p>
            <a:pPr marL="12700">
              <a:lnSpc>
                <a:spcPts val="2870"/>
              </a:lnSpc>
            </a:pPr>
            <a:r>
              <a:rPr dirty="0"/>
              <a:t>COLLEGE:</a:t>
            </a:r>
            <a:r>
              <a:rPr spc="-90" dirty="0"/>
              <a:t> </a:t>
            </a:r>
            <a:r>
              <a:rPr spc="-10" dirty="0"/>
              <a:t>Periyar</a:t>
            </a:r>
            <a:r>
              <a:rPr spc="-60" dirty="0"/>
              <a:t> </a:t>
            </a:r>
            <a:r>
              <a:rPr dirty="0"/>
              <a:t>Arts</a:t>
            </a:r>
            <a:r>
              <a:rPr spc="-85" dirty="0"/>
              <a:t> </a:t>
            </a:r>
            <a:r>
              <a:rPr dirty="0"/>
              <a:t>college,</a:t>
            </a:r>
            <a:r>
              <a:rPr spc="-95" dirty="0"/>
              <a:t> </a:t>
            </a:r>
            <a:r>
              <a:rPr dirty="0"/>
              <a:t>cuddalore</a:t>
            </a:r>
            <a:r>
              <a:rPr spc="-70" dirty="0"/>
              <a:t> </a:t>
            </a:r>
            <a:r>
              <a:rPr spc="-10" dirty="0"/>
              <a:t>/Annamalai</a:t>
            </a:r>
            <a:r>
              <a:rPr spc="-70" dirty="0"/>
              <a:t> </a:t>
            </a:r>
            <a:r>
              <a:rPr spc="-10" dirty="0"/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9147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30"/>
              </a:spcBef>
            </a:pPr>
            <a:r>
              <a:rPr sz="4250" dirty="0"/>
              <a:t>PROJECT</a:t>
            </a:r>
            <a:r>
              <a:rPr sz="4250" spc="-180" dirty="0"/>
              <a:t> </a:t>
            </a:r>
            <a:r>
              <a:rPr sz="4250" spc="-10" dirty="0"/>
              <a:t>TITLE</a:t>
            </a:r>
            <a:endParaRPr sz="425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8638"/>
            <a:ext cx="12192000" cy="6829425"/>
          </a:xfrm>
          <a:custGeom>
            <a:avLst/>
            <a:gdLst/>
            <a:ahLst/>
            <a:cxnLst/>
            <a:rect l="l" t="t" r="r" b="b"/>
            <a:pathLst>
              <a:path w="12192000" h="6829425">
                <a:moveTo>
                  <a:pt x="12192000" y="0"/>
                </a:moveTo>
                <a:lnTo>
                  <a:pt x="0" y="0"/>
                </a:lnTo>
                <a:lnTo>
                  <a:pt x="0" y="6829361"/>
                </a:lnTo>
                <a:lnTo>
                  <a:pt x="12192000" y="6829361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454880" y="0"/>
            <a:ext cx="4742180" cy="6863080"/>
            <a:chOff x="7454880" y="0"/>
            <a:chExt cx="4742180" cy="6863080"/>
          </a:xfrm>
        </p:grpSpPr>
        <p:sp>
          <p:nvSpPr>
            <p:cNvPr id="4" name="object 4"/>
            <p:cNvSpPr/>
            <p:nvPr/>
          </p:nvSpPr>
          <p:spPr>
            <a:xfrm>
              <a:off x="7459643" y="14350"/>
              <a:ext cx="4732655" cy="6844030"/>
            </a:xfrm>
            <a:custGeom>
              <a:avLst/>
              <a:gdLst/>
              <a:ahLst/>
              <a:cxnLst/>
              <a:rect l="l" t="t" r="r" b="b"/>
              <a:pathLst>
                <a:path w="4732655" h="6844030">
                  <a:moveTo>
                    <a:pt x="1927308" y="0"/>
                  </a:moveTo>
                  <a:lnTo>
                    <a:pt x="3135999" y="6843649"/>
                  </a:lnTo>
                </a:path>
                <a:path w="4732655" h="6844030">
                  <a:moveTo>
                    <a:pt x="4732357" y="3689222"/>
                  </a:moveTo>
                  <a:lnTo>
                    <a:pt x="0" y="6843649"/>
                  </a:lnTo>
                </a:path>
              </a:pathLst>
            </a:custGeom>
            <a:ln w="9525">
              <a:solidFill>
                <a:srgbClr val="5F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773" y="0"/>
                  </a:moveTo>
                  <a:lnTo>
                    <a:pt x="2044319" y="0"/>
                  </a:lnTo>
                  <a:lnTo>
                    <a:pt x="0" y="6857682"/>
                  </a:lnTo>
                  <a:lnTo>
                    <a:pt x="3009773" y="6857682"/>
                  </a:lnTo>
                  <a:lnTo>
                    <a:pt x="3009773" y="0"/>
                  </a:lnTo>
                  <a:close/>
                </a:path>
              </a:pathLst>
            </a:custGeom>
            <a:solidFill>
              <a:srgbClr val="5FC9ED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01200" y="0"/>
              <a:ext cx="2590800" cy="6858000"/>
            </a:xfrm>
            <a:custGeom>
              <a:avLst/>
              <a:gdLst/>
              <a:ahLst/>
              <a:cxnLst/>
              <a:rect l="l" t="t" r="r" b="b"/>
              <a:pathLst>
                <a:path w="2590800" h="6858000">
                  <a:moveTo>
                    <a:pt x="2590292" y="0"/>
                  </a:moveTo>
                  <a:lnTo>
                    <a:pt x="0" y="0"/>
                  </a:lnTo>
                  <a:lnTo>
                    <a:pt x="1209421" y="6857682"/>
                  </a:lnTo>
                  <a:lnTo>
                    <a:pt x="2590292" y="6857682"/>
                  </a:lnTo>
                  <a:lnTo>
                    <a:pt x="2590292" y="0"/>
                  </a:lnTo>
                  <a:close/>
                </a:path>
              </a:pathLst>
            </a:custGeom>
            <a:solidFill>
              <a:srgbClr val="5FC9ED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EE2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334500" y="0"/>
              <a:ext cx="2857500" cy="6858000"/>
            </a:xfrm>
            <a:custGeom>
              <a:avLst/>
              <a:gdLst/>
              <a:ahLst/>
              <a:cxnLst/>
              <a:rect l="l" t="t" r="r" b="b"/>
              <a:pathLst>
                <a:path w="2857500" h="6858000">
                  <a:moveTo>
                    <a:pt x="2857246" y="0"/>
                  </a:moveTo>
                  <a:lnTo>
                    <a:pt x="0" y="0"/>
                  </a:lnTo>
                  <a:lnTo>
                    <a:pt x="2472690" y="6857682"/>
                  </a:lnTo>
                  <a:lnTo>
                    <a:pt x="2857246" y="6857682"/>
                  </a:lnTo>
                  <a:lnTo>
                    <a:pt x="2857246" y="0"/>
                  </a:lnTo>
                  <a:close/>
                </a:path>
              </a:pathLst>
            </a:custGeom>
            <a:solidFill>
              <a:srgbClr val="17AEE2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400" y="0"/>
                  </a:moveTo>
                  <a:lnTo>
                    <a:pt x="1022350" y="0"/>
                  </a:lnTo>
                  <a:lnTo>
                    <a:pt x="0" y="6857682"/>
                  </a:lnTo>
                  <a:lnTo>
                    <a:pt x="1295400" y="6857682"/>
                  </a:lnTo>
                  <a:lnTo>
                    <a:pt x="1295400" y="0"/>
                  </a:lnTo>
                  <a:close/>
                </a:path>
              </a:pathLst>
            </a:custGeom>
            <a:solidFill>
              <a:srgbClr val="2C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934700" y="0"/>
              <a:ext cx="1257300" cy="6858000"/>
            </a:xfrm>
            <a:custGeom>
              <a:avLst/>
              <a:gdLst/>
              <a:ahLst/>
              <a:cxnLst/>
              <a:rect l="l" t="t" r="r" b="b"/>
              <a:pathLst>
                <a:path w="1257300" h="6858000">
                  <a:moveTo>
                    <a:pt x="1257046" y="0"/>
                  </a:moveTo>
                  <a:lnTo>
                    <a:pt x="0" y="0"/>
                  </a:lnTo>
                  <a:lnTo>
                    <a:pt x="1115568" y="6857682"/>
                  </a:lnTo>
                  <a:lnTo>
                    <a:pt x="1257046" y="6857682"/>
                  </a:lnTo>
                  <a:lnTo>
                    <a:pt x="1257046" y="0"/>
                  </a:lnTo>
                  <a:close/>
                </a:path>
              </a:pathLst>
            </a:custGeom>
            <a:solidFill>
              <a:srgbClr val="2160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EE2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9ED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42" y="6476"/>
                </a:lnTo>
                <a:lnTo>
                  <a:pt x="89661" y="24637"/>
                </a:lnTo>
                <a:lnTo>
                  <a:pt x="52958" y="52959"/>
                </a:lnTo>
                <a:lnTo>
                  <a:pt x="24638" y="89662"/>
                </a:lnTo>
                <a:lnTo>
                  <a:pt x="6476" y="132841"/>
                </a:lnTo>
                <a:lnTo>
                  <a:pt x="0" y="180975"/>
                </a:lnTo>
                <a:lnTo>
                  <a:pt x="6476" y="229108"/>
                </a:lnTo>
                <a:lnTo>
                  <a:pt x="24638" y="272288"/>
                </a:lnTo>
                <a:lnTo>
                  <a:pt x="52958" y="308990"/>
                </a:lnTo>
                <a:lnTo>
                  <a:pt x="89661" y="337185"/>
                </a:lnTo>
                <a:lnTo>
                  <a:pt x="132842" y="355473"/>
                </a:lnTo>
                <a:lnTo>
                  <a:pt x="180975" y="361950"/>
                </a:lnTo>
                <a:lnTo>
                  <a:pt x="229107" y="355473"/>
                </a:lnTo>
                <a:lnTo>
                  <a:pt x="272288" y="337185"/>
                </a:lnTo>
                <a:lnTo>
                  <a:pt x="308991" y="308990"/>
                </a:lnTo>
                <a:lnTo>
                  <a:pt x="337184" y="272288"/>
                </a:lnTo>
                <a:lnTo>
                  <a:pt x="355473" y="229108"/>
                </a:lnTo>
                <a:lnTo>
                  <a:pt x="361950" y="180975"/>
                </a:lnTo>
                <a:lnTo>
                  <a:pt x="355473" y="132841"/>
                </a:lnTo>
                <a:lnTo>
                  <a:pt x="337184" y="89662"/>
                </a:lnTo>
                <a:lnTo>
                  <a:pt x="308991" y="52959"/>
                </a:lnTo>
                <a:lnTo>
                  <a:pt x="272288" y="24637"/>
                </a:lnTo>
                <a:lnTo>
                  <a:pt x="229107" y="6476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5971" y="3505"/>
                </a:lnTo>
                <a:lnTo>
                  <a:pt x="230377" y="13703"/>
                </a:lnTo>
                <a:lnTo>
                  <a:pt x="187325" y="30073"/>
                </a:lnTo>
                <a:lnTo>
                  <a:pt x="147447" y="52146"/>
                </a:lnTo>
                <a:lnTo>
                  <a:pt x="111378" y="79438"/>
                </a:lnTo>
                <a:lnTo>
                  <a:pt x="79375" y="111366"/>
                </a:lnTo>
                <a:lnTo>
                  <a:pt x="52197" y="147497"/>
                </a:lnTo>
                <a:lnTo>
                  <a:pt x="30099" y="187325"/>
                </a:lnTo>
                <a:lnTo>
                  <a:pt x="13716" y="230289"/>
                </a:lnTo>
                <a:lnTo>
                  <a:pt x="3555" y="275996"/>
                </a:lnTo>
                <a:lnTo>
                  <a:pt x="0" y="323850"/>
                </a:lnTo>
                <a:lnTo>
                  <a:pt x="3555" y="371678"/>
                </a:lnTo>
                <a:lnTo>
                  <a:pt x="13716" y="417372"/>
                </a:lnTo>
                <a:lnTo>
                  <a:pt x="30099" y="460349"/>
                </a:lnTo>
                <a:lnTo>
                  <a:pt x="52197" y="500164"/>
                </a:lnTo>
                <a:lnTo>
                  <a:pt x="79375" y="536295"/>
                </a:lnTo>
                <a:lnTo>
                  <a:pt x="111378" y="568236"/>
                </a:lnTo>
                <a:lnTo>
                  <a:pt x="147447" y="595490"/>
                </a:lnTo>
                <a:lnTo>
                  <a:pt x="187325" y="617588"/>
                </a:lnTo>
                <a:lnTo>
                  <a:pt x="230377" y="633971"/>
                </a:lnTo>
                <a:lnTo>
                  <a:pt x="275971" y="644156"/>
                </a:lnTo>
                <a:lnTo>
                  <a:pt x="323850" y="647700"/>
                </a:lnTo>
                <a:lnTo>
                  <a:pt x="371728" y="644156"/>
                </a:lnTo>
                <a:lnTo>
                  <a:pt x="417322" y="633971"/>
                </a:lnTo>
                <a:lnTo>
                  <a:pt x="460375" y="617588"/>
                </a:lnTo>
                <a:lnTo>
                  <a:pt x="500125" y="595490"/>
                </a:lnTo>
                <a:lnTo>
                  <a:pt x="536321" y="568236"/>
                </a:lnTo>
                <a:lnTo>
                  <a:pt x="568198" y="536295"/>
                </a:lnTo>
                <a:lnTo>
                  <a:pt x="595502" y="500164"/>
                </a:lnTo>
                <a:lnTo>
                  <a:pt x="617601" y="460349"/>
                </a:lnTo>
                <a:lnTo>
                  <a:pt x="633983" y="417372"/>
                </a:lnTo>
                <a:lnTo>
                  <a:pt x="644144" y="371678"/>
                </a:lnTo>
                <a:lnTo>
                  <a:pt x="647700" y="323850"/>
                </a:lnTo>
                <a:lnTo>
                  <a:pt x="644144" y="275996"/>
                </a:lnTo>
                <a:lnTo>
                  <a:pt x="633983" y="230289"/>
                </a:lnTo>
                <a:lnTo>
                  <a:pt x="617601" y="187325"/>
                </a:lnTo>
                <a:lnTo>
                  <a:pt x="595502" y="147497"/>
                </a:lnTo>
                <a:lnTo>
                  <a:pt x="568198" y="111366"/>
                </a:lnTo>
                <a:lnTo>
                  <a:pt x="536321" y="79438"/>
                </a:lnTo>
                <a:lnTo>
                  <a:pt x="500125" y="52146"/>
                </a:lnTo>
                <a:lnTo>
                  <a:pt x="460375" y="30073"/>
                </a:lnTo>
                <a:lnTo>
                  <a:pt x="417322" y="13703"/>
                </a:lnTo>
                <a:lnTo>
                  <a:pt x="371728" y="3505"/>
                </a:lnTo>
                <a:lnTo>
                  <a:pt x="323850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797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AGENDA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40409" y="6481294"/>
            <a:ext cx="1790064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100" dirty="0">
                <a:solidFill>
                  <a:srgbClr val="2C83C3"/>
                </a:solidFill>
                <a:latin typeface="Trebuchet MS"/>
                <a:cs typeface="Trebuchet MS"/>
              </a:rPr>
              <a:t>3/21/2024</a:t>
            </a:r>
            <a:r>
              <a:rPr sz="1100" spc="150" dirty="0">
                <a:solidFill>
                  <a:srgbClr val="2C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C83C3"/>
                </a:solidFill>
                <a:latin typeface="Trebuchet MS"/>
                <a:cs typeface="Trebuchet MS"/>
              </a:rPr>
              <a:t>Annual</a:t>
            </a:r>
            <a:r>
              <a:rPr sz="1100" b="1" spc="-95" dirty="0">
                <a:solidFill>
                  <a:srgbClr val="2C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C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2590419" y="1496123"/>
            <a:ext cx="4265930" cy="38633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25"/>
              </a:spcBef>
              <a:buSzPct val="96363"/>
              <a:buAutoNum type="arabicPeriod"/>
              <a:tabLst>
                <a:tab pos="278765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Problem</a:t>
            </a:r>
            <a:r>
              <a:rPr sz="2750" spc="1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Statement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9400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Project</a:t>
            </a:r>
            <a:r>
              <a:rPr sz="2750" spc="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Overview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5"/>
              </a:spcBef>
              <a:buSzPct val="96363"/>
              <a:buAutoNum type="arabicPeriod"/>
              <a:tabLst>
                <a:tab pos="279400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End</a:t>
            </a:r>
            <a:r>
              <a:rPr sz="2750" spc="11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0D0D0D"/>
                </a:solidFill>
                <a:latin typeface="Times New Roman"/>
                <a:cs typeface="Times New Roman"/>
              </a:rPr>
              <a:t>Users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9400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Tools</a:t>
            </a:r>
            <a:r>
              <a:rPr sz="2750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750" spc="-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Technologies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9400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Portfolio</a:t>
            </a:r>
            <a:r>
              <a:rPr sz="2750" spc="9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design</a:t>
            </a:r>
            <a:r>
              <a:rPr sz="2750" spc="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750" spc="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Layout</a:t>
            </a:r>
            <a:endParaRPr sz="27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8765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Features</a:t>
            </a:r>
            <a:r>
              <a:rPr sz="2750" spc="7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750" spc="7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Functionality</a:t>
            </a:r>
            <a:endParaRPr sz="27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80"/>
              </a:spcBef>
              <a:buSzPct val="96363"/>
              <a:buAutoNum type="arabicPeriod"/>
              <a:tabLst>
                <a:tab pos="278765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Results</a:t>
            </a:r>
            <a:r>
              <a:rPr sz="2750" spc="5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and</a:t>
            </a:r>
            <a:r>
              <a:rPr sz="2750" spc="4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Screenshots</a:t>
            </a:r>
            <a:endParaRPr sz="275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"/>
              </a:spcBef>
              <a:buSzPct val="96363"/>
              <a:buAutoNum type="arabicPeriod"/>
              <a:tabLst>
                <a:tab pos="278765" algn="l"/>
              </a:tabLst>
            </a:pPr>
            <a:r>
              <a:rPr sz="2750" spc="-10" dirty="0">
                <a:solidFill>
                  <a:srgbClr val="0D0D0D"/>
                </a:solidFill>
                <a:latin typeface="Times New Roman"/>
                <a:cs typeface="Times New Roman"/>
              </a:rPr>
              <a:t>Conclusion</a:t>
            </a:r>
            <a:endParaRPr sz="2750">
              <a:latin typeface="Times New Roman"/>
              <a:cs typeface="Times New Roman"/>
            </a:endParaRPr>
          </a:p>
          <a:p>
            <a:pPr marL="279400" indent="-266700">
              <a:lnSpc>
                <a:spcPct val="100000"/>
              </a:lnSpc>
              <a:spcBef>
                <a:spcPts val="75"/>
              </a:spcBef>
              <a:buSzPct val="96363"/>
              <a:buAutoNum type="arabicPeriod"/>
              <a:tabLst>
                <a:tab pos="279400" algn="l"/>
              </a:tabLst>
            </a:pPr>
            <a:r>
              <a:rPr sz="2750" dirty="0">
                <a:solidFill>
                  <a:srgbClr val="0D0D0D"/>
                </a:solidFill>
                <a:latin typeface="Times New Roman"/>
                <a:cs typeface="Times New Roman"/>
              </a:rPr>
              <a:t>Github</a:t>
            </a:r>
            <a:r>
              <a:rPr sz="2750" spc="12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750" spc="-20" dirty="0">
                <a:solidFill>
                  <a:srgbClr val="0D0D0D"/>
                </a:solidFill>
                <a:latin typeface="Times New Roman"/>
                <a:cs typeface="Times New Roman"/>
              </a:rPr>
              <a:t>Link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4707" y="560705"/>
            <a:ext cx="563435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9865" algn="l"/>
              </a:tabLst>
            </a:pPr>
            <a:r>
              <a:rPr sz="4250" spc="-10" dirty="0"/>
              <a:t>PROBLEM</a:t>
            </a:r>
            <a:r>
              <a:rPr sz="4250" dirty="0"/>
              <a:t>	</a:t>
            </a:r>
            <a:r>
              <a:rPr sz="4250" spc="-80" dirty="0"/>
              <a:t>STATEMENT</a:t>
            </a:r>
            <a:endParaRPr sz="425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3796410" y="2503487"/>
            <a:ext cx="4521835" cy="2226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sz="1800" dirty="0">
                <a:latin typeface="Segoe UI"/>
                <a:cs typeface="Segoe UI"/>
              </a:rPr>
              <a:t>In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today's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digital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era,</a:t>
            </a:r>
            <a:r>
              <a:rPr sz="1800" spc="-1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traditional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resumes </a:t>
            </a:r>
            <a:r>
              <a:rPr sz="1800" dirty="0">
                <a:latin typeface="Segoe UI"/>
                <a:cs typeface="Segoe UI"/>
              </a:rPr>
              <a:t>alone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are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not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enough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showcase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skills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 </a:t>
            </a:r>
            <a:r>
              <a:rPr sz="1800" dirty="0">
                <a:latin typeface="Segoe UI"/>
                <a:cs typeface="Segoe UI"/>
              </a:rPr>
              <a:t>projects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spc="-20" dirty="0">
                <a:latin typeface="Segoe UI"/>
                <a:cs typeface="Segoe UI"/>
              </a:rPr>
              <a:t>effectively.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Many</a:t>
            </a:r>
            <a:r>
              <a:rPr sz="1800" spc="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students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 </a:t>
            </a:r>
            <a:r>
              <a:rPr sz="1800" spc="-10" dirty="0">
                <a:latin typeface="Segoe UI"/>
                <a:cs typeface="Segoe UI"/>
              </a:rPr>
              <a:t>professionals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lack</a:t>
            </a:r>
            <a:r>
              <a:rPr sz="1800" spc="-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structured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online </a:t>
            </a:r>
            <a:r>
              <a:rPr sz="1800" dirty="0">
                <a:latin typeface="Segoe UI"/>
                <a:cs typeface="Segoe UI"/>
              </a:rPr>
              <a:t>presence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1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highlight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their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work.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digital </a:t>
            </a:r>
            <a:r>
              <a:rPr sz="1800" dirty="0">
                <a:latin typeface="Segoe UI"/>
                <a:cs typeface="Segoe UI"/>
              </a:rPr>
              <a:t>portfolio</a:t>
            </a:r>
            <a:r>
              <a:rPr sz="1800" spc="-9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provides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interactive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 </a:t>
            </a:r>
            <a:r>
              <a:rPr sz="1800" dirty="0">
                <a:latin typeface="Segoe UI"/>
                <a:cs typeface="Segoe UI"/>
              </a:rPr>
              <a:t>accessible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platform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present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achievements, </a:t>
            </a:r>
            <a:r>
              <a:rPr sz="1800" dirty="0">
                <a:latin typeface="Segoe UI"/>
                <a:cs typeface="Segoe UI"/>
              </a:rPr>
              <a:t>skills,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experiences.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0409" y="815593"/>
            <a:ext cx="526478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4140" algn="l"/>
              </a:tabLst>
            </a:pPr>
            <a:r>
              <a:rPr sz="4250" spc="-10" dirty="0"/>
              <a:t>PROJECT</a:t>
            </a:r>
            <a:r>
              <a:rPr sz="4250" dirty="0"/>
              <a:t>	</a:t>
            </a:r>
            <a:r>
              <a:rPr sz="4250" spc="-10" dirty="0"/>
              <a:t>OVERVIEW</a:t>
            </a:r>
            <a:endParaRPr sz="425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3796410" y="2503487"/>
            <a:ext cx="4519930" cy="195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Brief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summary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10" dirty="0">
                <a:latin typeface="Segoe UI"/>
                <a:cs typeface="Segoe UI"/>
              </a:rPr>
              <a:t> project</a:t>
            </a:r>
            <a:endParaRPr sz="1800">
              <a:latin typeface="Segoe UI"/>
              <a:cs typeface="Segoe UI"/>
            </a:endParaRPr>
          </a:p>
          <a:p>
            <a:pPr marL="12700" marR="413384">
              <a:lnSpc>
                <a:spcPct val="100800"/>
              </a:lnSpc>
              <a:spcBef>
                <a:spcPts val="2180"/>
              </a:spcBef>
            </a:pPr>
            <a:r>
              <a:rPr sz="1800" dirty="0">
                <a:latin typeface="Segoe UI"/>
                <a:cs typeface="Segoe UI"/>
              </a:rPr>
              <a:t>What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portfolio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contains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(About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Me, </a:t>
            </a:r>
            <a:r>
              <a:rPr sz="1800" dirty="0">
                <a:latin typeface="Segoe UI"/>
                <a:cs typeface="Segoe UI"/>
              </a:rPr>
              <a:t>Projects,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Skills,</a:t>
            </a:r>
            <a:r>
              <a:rPr sz="1800" spc="-114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Contact).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100800"/>
              </a:lnSpc>
              <a:spcBef>
                <a:spcPts val="2105"/>
              </a:spcBef>
            </a:pPr>
            <a:r>
              <a:rPr sz="1800" dirty="0">
                <a:latin typeface="Segoe UI"/>
                <a:cs typeface="Segoe UI"/>
              </a:rPr>
              <a:t>Main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idea: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Showcase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personal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achievements, </a:t>
            </a:r>
            <a:r>
              <a:rPr sz="1800" dirty="0">
                <a:latin typeface="Segoe UI"/>
                <a:cs typeface="Segoe UI"/>
              </a:rPr>
              <a:t>skills,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projects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124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30"/>
              </a:spcBef>
            </a:pPr>
            <a:r>
              <a:rPr sz="3200" spc="-10" dirty="0"/>
              <a:t>WHO</a:t>
            </a:r>
            <a:r>
              <a:rPr sz="3200" spc="-235" dirty="0"/>
              <a:t> </a:t>
            </a:r>
            <a:r>
              <a:rPr sz="3200" dirty="0"/>
              <a:t>ARE</a:t>
            </a:r>
            <a:r>
              <a:rPr sz="3200" spc="-85" dirty="0"/>
              <a:t> </a:t>
            </a:r>
            <a:r>
              <a:rPr sz="3200" dirty="0"/>
              <a:t>THE</a:t>
            </a:r>
            <a:r>
              <a:rPr sz="3200" spc="-65" dirty="0"/>
              <a:t> </a:t>
            </a:r>
            <a:r>
              <a:rPr sz="3200" dirty="0"/>
              <a:t>END</a:t>
            </a:r>
            <a:r>
              <a:rPr sz="3200" spc="-70" dirty="0"/>
              <a:t> </a:t>
            </a:r>
            <a:r>
              <a:rPr sz="3200" spc="-10" dirty="0"/>
              <a:t>USERS?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3796410" y="2503487"/>
            <a:ext cx="4215130" cy="2226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"/>
                <a:cs typeface="Segoe UI"/>
              </a:rPr>
              <a:t>Students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(academic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projects,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resumes).</a:t>
            </a:r>
            <a:endParaRPr sz="1800">
              <a:latin typeface="Segoe UI"/>
              <a:cs typeface="Segoe UI"/>
            </a:endParaRPr>
          </a:p>
          <a:p>
            <a:pPr marL="12700" marR="498475">
              <a:lnSpc>
                <a:spcPts val="4360"/>
              </a:lnSpc>
              <a:spcBef>
                <a:spcPts val="509"/>
              </a:spcBef>
            </a:pPr>
            <a:r>
              <a:rPr sz="1800" dirty="0">
                <a:latin typeface="Segoe UI"/>
                <a:cs typeface="Segoe UI"/>
              </a:rPr>
              <a:t>Job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seekers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(to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share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with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recruiters). </a:t>
            </a:r>
            <a:r>
              <a:rPr sz="1800" dirty="0">
                <a:latin typeface="Segoe UI"/>
                <a:cs typeface="Segoe UI"/>
              </a:rPr>
              <a:t>Freelancers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(to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show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clients).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100800"/>
              </a:lnSpc>
              <a:spcBef>
                <a:spcPts val="1585"/>
              </a:spcBef>
            </a:pPr>
            <a:r>
              <a:rPr sz="1800" spc="-10" dirty="0">
                <a:latin typeface="Segoe UI"/>
                <a:cs typeface="Segoe UI"/>
              </a:rPr>
              <a:t>Professionals</a:t>
            </a:r>
            <a:r>
              <a:rPr sz="1800" spc="-8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(to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highlight</a:t>
            </a:r>
            <a:r>
              <a:rPr sz="1800" spc="-1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experience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and </a:t>
            </a:r>
            <a:r>
              <a:rPr sz="1800" spc="-10" dirty="0">
                <a:latin typeface="Segoe UI"/>
                <a:cs typeface="Segoe UI"/>
              </a:rPr>
              <a:t>achievements).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06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TOOLS</a:t>
            </a:r>
            <a:r>
              <a:rPr sz="3600" spc="-5" dirty="0"/>
              <a:t> </a:t>
            </a:r>
            <a:r>
              <a:rPr sz="3600" dirty="0"/>
              <a:t>AND</a:t>
            </a:r>
            <a:r>
              <a:rPr sz="3600" spc="45" dirty="0"/>
              <a:t> </a:t>
            </a:r>
            <a:r>
              <a:rPr sz="3600" spc="-10" dirty="0"/>
              <a:t>TECHNIQUES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3796410" y="2503487"/>
            <a:ext cx="4480560" cy="2503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HTML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Structure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(pages,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sections).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1800" dirty="0">
                <a:latin typeface="Segoe UI"/>
                <a:cs typeface="Segoe UI"/>
              </a:rPr>
              <a:t>CSS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Styling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(colors,</a:t>
            </a:r>
            <a:r>
              <a:rPr sz="1800" spc="-10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layouts,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responsiveness).</a:t>
            </a:r>
            <a:endParaRPr sz="1800">
              <a:latin typeface="Segoe UI"/>
              <a:cs typeface="Segoe UI"/>
            </a:endParaRPr>
          </a:p>
          <a:p>
            <a:pPr marL="12700" marR="365125">
              <a:lnSpc>
                <a:spcPts val="2100"/>
              </a:lnSpc>
              <a:spcBef>
                <a:spcPts val="2320"/>
              </a:spcBef>
            </a:pPr>
            <a:r>
              <a:rPr sz="1800" dirty="0">
                <a:latin typeface="Segoe UI"/>
                <a:cs typeface="Segoe UI"/>
              </a:rPr>
              <a:t>JavaScript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Interactivity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(navigation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menu, </a:t>
            </a:r>
            <a:r>
              <a:rPr sz="1800" dirty="0">
                <a:latin typeface="Segoe UI"/>
                <a:cs typeface="Segoe UI"/>
              </a:rPr>
              <a:t>animations,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form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validation).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100800"/>
              </a:lnSpc>
              <a:spcBef>
                <a:spcPts val="2120"/>
              </a:spcBef>
            </a:pPr>
            <a:r>
              <a:rPr sz="1800" dirty="0">
                <a:latin typeface="Segoe UI"/>
                <a:cs typeface="Segoe UI"/>
              </a:rPr>
              <a:t>Mention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code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editor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(VS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Code)</a:t>
            </a:r>
            <a:r>
              <a:rPr sz="1800" spc="-9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or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CODEPEN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hosting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platform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(GitHub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Pages)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POTFOLIO</a:t>
            </a:r>
            <a:r>
              <a:rPr sz="3950" spc="140" dirty="0"/>
              <a:t> </a:t>
            </a:r>
            <a:r>
              <a:rPr sz="3950" dirty="0"/>
              <a:t>DESIGN</a:t>
            </a:r>
            <a:r>
              <a:rPr sz="3950" spc="-25" dirty="0"/>
              <a:t> </a:t>
            </a:r>
            <a:r>
              <a:rPr sz="3950" dirty="0"/>
              <a:t>AND</a:t>
            </a:r>
            <a:r>
              <a:rPr sz="3950" spc="170" dirty="0"/>
              <a:t> </a:t>
            </a:r>
            <a:r>
              <a:rPr sz="3950" spc="-10" dirty="0"/>
              <a:t>LAYOUT</a:t>
            </a:r>
            <a:endParaRPr sz="3950"/>
          </a:p>
        </p:txBody>
      </p:sp>
      <p:sp>
        <p:nvSpPr>
          <p:cNvPr id="4" name="object 4"/>
          <p:cNvSpPr/>
          <p:nvPr/>
        </p:nvSpPr>
        <p:spPr>
          <a:xfrm>
            <a:off x="10058400" y="5238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96410" y="2503487"/>
            <a:ext cx="4368800" cy="3047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Sections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included:</a:t>
            </a:r>
            <a:endParaRPr sz="1800">
              <a:latin typeface="Segoe UI"/>
              <a:cs typeface="Segoe UI"/>
            </a:endParaRPr>
          </a:p>
          <a:p>
            <a:pPr marL="12700" marR="2637155">
              <a:lnSpc>
                <a:spcPts val="4360"/>
              </a:lnSpc>
              <a:spcBef>
                <a:spcPts val="509"/>
              </a:spcBef>
            </a:pPr>
            <a:r>
              <a:rPr sz="1800" dirty="0">
                <a:latin typeface="Segoe UI"/>
                <a:cs typeface="Segoe UI"/>
              </a:rPr>
              <a:t>Home/About</a:t>
            </a:r>
            <a:r>
              <a:rPr sz="1800" spc="-105" dirty="0">
                <a:latin typeface="Segoe UI"/>
                <a:cs typeface="Segoe UI"/>
              </a:rPr>
              <a:t> </a:t>
            </a:r>
            <a:r>
              <a:rPr sz="1800" spc="-25" dirty="0">
                <a:latin typeface="Segoe UI"/>
                <a:cs typeface="Segoe UI"/>
              </a:rPr>
              <a:t>Me </a:t>
            </a:r>
            <a:r>
              <a:rPr sz="1800" spc="-10" dirty="0">
                <a:latin typeface="Segoe UI"/>
                <a:cs typeface="Segoe UI"/>
              </a:rPr>
              <a:t>Projects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800" spc="-10" dirty="0">
                <a:latin typeface="Segoe UI"/>
                <a:cs typeface="Segoe UI"/>
              </a:rPr>
              <a:t>Skills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1800" spc="-10" dirty="0">
                <a:latin typeface="Segoe UI"/>
                <a:cs typeface="Segoe UI"/>
              </a:rPr>
              <a:t>Contact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sz="1800" spc="-10" dirty="0">
                <a:latin typeface="Segoe UI"/>
                <a:cs typeface="Segoe UI"/>
              </a:rPr>
              <a:t>Responsive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layout</a:t>
            </a:r>
            <a:r>
              <a:rPr sz="1800" spc="-4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(mobile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+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desktop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view).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111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FEATURES</a:t>
            </a:r>
            <a:r>
              <a:rPr spc="-6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FUNCTIONALITY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6410" y="2503487"/>
            <a:ext cx="3807460" cy="3324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"/>
                <a:cs typeface="Segoe UI"/>
              </a:rPr>
              <a:t>FEATURES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AND</a:t>
            </a:r>
            <a:r>
              <a:rPr sz="1800" spc="-12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FUNCTIONALITY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ts val="4360"/>
              </a:lnSpc>
              <a:spcBef>
                <a:spcPts val="509"/>
              </a:spcBef>
            </a:pPr>
            <a:r>
              <a:rPr sz="1800" dirty="0">
                <a:latin typeface="Segoe UI"/>
                <a:cs typeface="Segoe UI"/>
              </a:rPr>
              <a:t>Navigation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bar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with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smooth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scrolling. </a:t>
            </a:r>
            <a:r>
              <a:rPr sz="1800" dirty="0">
                <a:latin typeface="Segoe UI"/>
                <a:cs typeface="Segoe UI"/>
              </a:rPr>
              <a:t>Project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showcase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with</a:t>
            </a:r>
            <a:r>
              <a:rPr sz="1800" spc="-8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images/details.</a:t>
            </a:r>
            <a:endParaRPr sz="1800">
              <a:latin typeface="Segoe UI"/>
              <a:cs typeface="Segoe UI"/>
            </a:endParaRPr>
          </a:p>
          <a:p>
            <a:pPr marL="12700" marR="291465">
              <a:lnSpc>
                <a:spcPct val="100800"/>
              </a:lnSpc>
              <a:spcBef>
                <a:spcPts val="1585"/>
              </a:spcBef>
            </a:pPr>
            <a:r>
              <a:rPr sz="1800" spc="-10" dirty="0">
                <a:latin typeface="Segoe UI"/>
                <a:cs typeface="Segoe UI"/>
              </a:rPr>
              <a:t>Interactive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elements</a:t>
            </a:r>
            <a:r>
              <a:rPr sz="1800" spc="-3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(hover</a:t>
            </a:r>
            <a:r>
              <a:rPr sz="1800" spc="-4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effects, animations).</a:t>
            </a:r>
            <a:endParaRPr sz="1800">
              <a:latin typeface="Segoe UI"/>
              <a:cs typeface="Segoe UI"/>
            </a:endParaRPr>
          </a:p>
          <a:p>
            <a:pPr marL="12700" marR="443230">
              <a:lnSpc>
                <a:spcPct val="198100"/>
              </a:lnSpc>
              <a:spcBef>
                <a:spcPts val="80"/>
              </a:spcBef>
            </a:pPr>
            <a:r>
              <a:rPr sz="1800" dirty="0">
                <a:latin typeface="Segoe UI"/>
                <a:cs typeface="Segoe UI"/>
              </a:rPr>
              <a:t>Contact</a:t>
            </a:r>
            <a:r>
              <a:rPr sz="1800" spc="-2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form</a:t>
            </a:r>
            <a:r>
              <a:rPr sz="1800" spc="-5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(with</a:t>
            </a:r>
            <a:r>
              <a:rPr sz="1800" spc="-6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validation). Responsive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design</a:t>
            </a:r>
            <a:r>
              <a:rPr sz="1800" spc="-3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for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all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devices.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409" y="6472554"/>
            <a:ext cx="1790064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2C83C3"/>
                </a:solidFill>
                <a:latin typeface="Trebuchet MS"/>
                <a:cs typeface="Trebuchet MS"/>
              </a:rPr>
              <a:t>3/21/2024</a:t>
            </a:r>
            <a:r>
              <a:rPr sz="1100" spc="150" dirty="0">
                <a:solidFill>
                  <a:srgbClr val="2C83C3"/>
                </a:solidFill>
                <a:latin typeface="Trebuchet MS"/>
                <a:cs typeface="Trebuchet MS"/>
              </a:rPr>
              <a:t>  </a:t>
            </a:r>
            <a:r>
              <a:rPr sz="1100" b="1" dirty="0">
                <a:solidFill>
                  <a:srgbClr val="2C83C3"/>
                </a:solidFill>
                <a:latin typeface="Trebuchet MS"/>
                <a:cs typeface="Trebuchet MS"/>
              </a:rPr>
              <a:t>Annual</a:t>
            </a:r>
            <a:r>
              <a:rPr sz="1100" b="1" spc="-95" dirty="0">
                <a:solidFill>
                  <a:srgbClr val="2C83C3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2C83C3"/>
                </a:solidFill>
                <a:latin typeface="Trebuchet MS"/>
                <a:cs typeface="Trebuchet MS"/>
              </a:rPr>
              <a:t>Review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95300" y="1695450"/>
            <a:ext cx="8372475" cy="3714750"/>
            <a:chOff x="495300" y="1695450"/>
            <a:chExt cx="8372475" cy="3714750"/>
          </a:xfrm>
        </p:grpSpPr>
        <p:sp>
          <p:nvSpPr>
            <p:cNvPr id="5" name="object 5"/>
            <p:cNvSpPr/>
            <p:nvPr/>
          </p:nvSpPr>
          <p:spPr>
            <a:xfrm>
              <a:off x="6696075" y="1695450"/>
              <a:ext cx="314325" cy="323850"/>
            </a:xfrm>
            <a:custGeom>
              <a:avLst/>
              <a:gdLst/>
              <a:ahLst/>
              <a:cxnLst/>
              <a:rect l="l" t="t" r="r" b="b"/>
              <a:pathLst>
                <a:path w="314325" h="323850">
                  <a:moveTo>
                    <a:pt x="314325" y="0"/>
                  </a:moveTo>
                  <a:lnTo>
                    <a:pt x="0" y="0"/>
                  </a:lnTo>
                  <a:lnTo>
                    <a:pt x="0" y="323850"/>
                  </a:lnTo>
                  <a:lnTo>
                    <a:pt x="314325" y="323850"/>
                  </a:lnTo>
                  <a:lnTo>
                    <a:pt x="314325" y="0"/>
                  </a:lnTo>
                  <a:close/>
                </a:path>
              </a:pathLst>
            </a:custGeom>
            <a:solidFill>
              <a:srgbClr val="2C8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1695450"/>
              <a:ext cx="8372475" cy="371475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4269" rIns="0" bIns="0" rtlCol="0">
            <a:spAutoFit/>
          </a:bodyPr>
          <a:lstStyle/>
          <a:p>
            <a:pPr marL="194310">
              <a:lnSpc>
                <a:spcPct val="100000"/>
              </a:lnSpc>
              <a:spcBef>
                <a:spcPts val="130"/>
              </a:spcBef>
            </a:pPr>
            <a:r>
              <a:rPr sz="4250" dirty="0"/>
              <a:t>RESULTS</a:t>
            </a:r>
            <a:r>
              <a:rPr sz="4250" spc="10" dirty="0"/>
              <a:t> </a:t>
            </a:r>
            <a:r>
              <a:rPr sz="4250" dirty="0"/>
              <a:t>AND</a:t>
            </a:r>
            <a:r>
              <a:rPr sz="4250" spc="-20" dirty="0"/>
              <a:t> </a:t>
            </a:r>
            <a:r>
              <a:rPr sz="4250" spc="-10" dirty="0"/>
              <a:t>SCREENSHOTS</a:t>
            </a:r>
            <a:endParaRPr sz="4250"/>
          </a:p>
        </p:txBody>
      </p:sp>
      <p:sp>
        <p:nvSpPr>
          <p:cNvPr id="9" name="object 9"/>
          <p:cNvSpPr txBox="1"/>
          <p:nvPr/>
        </p:nvSpPr>
        <p:spPr>
          <a:xfrm>
            <a:off x="11311255" y="6466840"/>
            <a:ext cx="177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2C926B"/>
                </a:solidFill>
                <a:latin typeface="Trebuchet MS"/>
                <a:cs typeface="Trebuchet MS"/>
              </a:rPr>
              <a:t>10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9551" y="3376676"/>
            <a:ext cx="2924175" cy="314189"/>
          </a:xfrm>
          <a:prstGeom prst="rect">
            <a:avLst/>
          </a:prstGeom>
          <a:solidFill>
            <a:srgbClr val="33E9DA"/>
          </a:solidFill>
          <a:ln w="9525">
            <a:solidFill>
              <a:srgbClr val="FFFF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290"/>
              </a:spcBef>
            </a:pPr>
            <a:r>
              <a:rPr lang="en-IN" spc="-10" dirty="0" err="1">
                <a:latin typeface="Times New Roman"/>
                <a:cs typeface="Times New Roman"/>
              </a:rPr>
              <a:t>Akash</a:t>
            </a:r>
            <a:r>
              <a:rPr lang="en-IN" spc="-10" dirty="0">
                <a:latin typeface="Times New Roman"/>
                <a:cs typeface="Times New Roman"/>
              </a:rPr>
              <a:t> Sanjay Raj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E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C92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7726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11255" y="6466840"/>
            <a:ext cx="177800" cy="197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25" dirty="0">
                <a:solidFill>
                  <a:srgbClr val="2C926B"/>
                </a:solidFill>
                <a:latin typeface="Trebuchet MS"/>
                <a:cs typeface="Trebuchet MS"/>
              </a:rPr>
              <a:t>11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15150" y="1914525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C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96410" y="2503487"/>
            <a:ext cx="3382010" cy="85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Segoe UI"/>
                <a:cs typeface="Segoe UI"/>
              </a:rPr>
              <a:t>Highlights</a:t>
            </a:r>
            <a:r>
              <a:rPr sz="1800" spc="-6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of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your</a:t>
            </a:r>
            <a:r>
              <a:rPr sz="1800" spc="-70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project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195"/>
              </a:spcBef>
            </a:pPr>
            <a:r>
              <a:rPr sz="1800" dirty="0">
                <a:latin typeface="Segoe UI"/>
                <a:cs typeface="Segoe UI"/>
              </a:rPr>
              <a:t>Final</a:t>
            </a:r>
            <a:r>
              <a:rPr sz="1800" spc="5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summary</a:t>
            </a:r>
            <a:r>
              <a:rPr sz="1800" spc="-5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Benefits</a:t>
            </a:r>
            <a:r>
              <a:rPr sz="1800" spc="-20" dirty="0">
                <a:latin typeface="Segoe UI"/>
                <a:cs typeface="Segoe UI"/>
              </a:rPr>
              <a:t> </a:t>
            </a:r>
            <a:r>
              <a:rPr sz="1800" dirty="0">
                <a:latin typeface="Segoe UI"/>
                <a:cs typeface="Segoe UI"/>
              </a:rPr>
              <a:t>to</a:t>
            </a:r>
            <a:r>
              <a:rPr sz="1800" spc="-75" dirty="0">
                <a:latin typeface="Segoe UI"/>
                <a:cs typeface="Segoe UI"/>
              </a:rPr>
              <a:t> </a:t>
            </a:r>
            <a:r>
              <a:rPr sz="1800" spc="-10" dirty="0">
                <a:latin typeface="Segoe UI"/>
                <a:cs typeface="Segoe UI"/>
              </a:rPr>
              <a:t>society</a:t>
            </a:r>
            <a:endParaRPr sz="1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POTFOLIO DESIGN AND LAYOUT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Portfolio</dc:title>
  <cp:lastModifiedBy>mmanikandang2523@gmail.com</cp:lastModifiedBy>
  <cp:revision>1</cp:revision>
  <dcterms:created xsi:type="dcterms:W3CDTF">2025-09-09T05:06:53Z</dcterms:created>
  <dcterms:modified xsi:type="dcterms:W3CDTF">2025-09-09T05:08:26Z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2025-09-01T00:00:00Z</vt:filetime>
  </property>
  <property fmtid="{D5CDD505-2E9C-101B-9397-08002B2CF9AE}" pid="3" name="LastSaved">
    <vt:filetime>2025-09-09T00:00:00Z</vt:filetime>
  </property>
</Properties>
</file>